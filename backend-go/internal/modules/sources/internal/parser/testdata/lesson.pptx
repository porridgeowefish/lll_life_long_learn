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第二张先讲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原生幻灯片正文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第一张后讲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原生幻灯片正文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